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B7E629-8CA1-45A5-81C0-6AF48CA5B8AD}" type="doc">
      <dgm:prSet loTypeId="urn:microsoft.com/office/officeart/2005/8/layout/process2" loCatId="process" qsTypeId="urn:microsoft.com/office/officeart/2005/8/quickstyle/simple1" qsCatId="simple" csTypeId="urn:microsoft.com/office/officeart/2005/8/colors/colorful3" csCatId="colorful" phldr="1"/>
      <dgm:spPr/>
    </dgm:pt>
    <dgm:pt modelId="{330AABF4-69D9-47ED-BB9B-AA2B0BA55FDF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D333E3FE-8956-428F-9A44-2C6D8FDD6FE3}" type="parTrans" cxnId="{DBB14A65-337C-474C-9F8E-6C49298FA9D2}">
      <dgm:prSet/>
      <dgm:spPr/>
      <dgm:t>
        <a:bodyPr/>
        <a:lstStyle/>
        <a:p>
          <a:endParaRPr lang="en-IN"/>
        </a:p>
      </dgm:t>
    </dgm:pt>
    <dgm:pt modelId="{EB3C1D2E-4287-4A3F-8DF2-582F080DE05E}" type="sibTrans" cxnId="{DBB14A65-337C-474C-9F8E-6C49298FA9D2}">
      <dgm:prSet/>
      <dgm:spPr/>
      <dgm:t>
        <a:bodyPr/>
        <a:lstStyle/>
        <a:p>
          <a:endParaRPr lang="en-IN"/>
        </a:p>
      </dgm:t>
    </dgm:pt>
    <dgm:pt modelId="{CE58B131-CC72-43AF-A68D-B1BD52B249D2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17427CA9-5EBE-4F7A-A9BF-323174B22CF1}" type="parTrans" cxnId="{5A5FBAD6-1A45-4A9F-950F-36EBE771FC1C}">
      <dgm:prSet/>
      <dgm:spPr/>
      <dgm:t>
        <a:bodyPr/>
        <a:lstStyle/>
        <a:p>
          <a:endParaRPr lang="en-IN"/>
        </a:p>
      </dgm:t>
    </dgm:pt>
    <dgm:pt modelId="{3CF9196E-8B8C-480B-B11B-2D76C00326BD}" type="sibTrans" cxnId="{5A5FBAD6-1A45-4A9F-950F-36EBE771FC1C}">
      <dgm:prSet/>
      <dgm:spPr/>
      <dgm:t>
        <a:bodyPr/>
        <a:lstStyle/>
        <a:p>
          <a:endParaRPr lang="en-IN"/>
        </a:p>
      </dgm:t>
    </dgm:pt>
    <dgm:pt modelId="{BCF3127F-0B8F-4F7C-9BB3-6EAFDC2CA739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2EEC6749-10C9-41FD-99B7-5F59C04A94F9}" type="parTrans" cxnId="{4CF0EF57-0FF4-44F5-9726-230376D8715E}">
      <dgm:prSet/>
      <dgm:spPr/>
      <dgm:t>
        <a:bodyPr/>
        <a:lstStyle/>
        <a:p>
          <a:endParaRPr lang="en-IN"/>
        </a:p>
      </dgm:t>
    </dgm:pt>
    <dgm:pt modelId="{0CCBCA76-3473-4F50-AF7E-4DE739F4F1D4}" type="sibTrans" cxnId="{4CF0EF57-0FF4-44F5-9726-230376D8715E}">
      <dgm:prSet/>
      <dgm:spPr/>
      <dgm:t>
        <a:bodyPr/>
        <a:lstStyle/>
        <a:p>
          <a:endParaRPr lang="en-IN"/>
        </a:p>
      </dgm:t>
    </dgm:pt>
    <dgm:pt modelId="{7A8CF538-08FC-4AA7-93B8-BDF638F07056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F4B022F4-2DCA-47D1-A860-0542082B3650}" type="parTrans" cxnId="{A0CD59AD-8FB0-4A8C-9415-D1CB1EA27924}">
      <dgm:prSet/>
      <dgm:spPr/>
      <dgm:t>
        <a:bodyPr/>
        <a:lstStyle/>
        <a:p>
          <a:endParaRPr lang="en-IN"/>
        </a:p>
      </dgm:t>
    </dgm:pt>
    <dgm:pt modelId="{1184D9CA-C700-4CD2-AFE3-183426292A4F}" type="sibTrans" cxnId="{A0CD59AD-8FB0-4A8C-9415-D1CB1EA27924}">
      <dgm:prSet/>
      <dgm:spPr/>
      <dgm:t>
        <a:bodyPr/>
        <a:lstStyle/>
        <a:p>
          <a:endParaRPr lang="en-IN"/>
        </a:p>
      </dgm:t>
    </dgm:pt>
    <dgm:pt modelId="{599DD744-E004-48BF-AD78-067D9E7E1472}" type="pres">
      <dgm:prSet presAssocID="{3EB7E629-8CA1-45A5-81C0-6AF48CA5B8AD}" presName="linearFlow" presStyleCnt="0">
        <dgm:presLayoutVars>
          <dgm:resizeHandles val="exact"/>
        </dgm:presLayoutVars>
      </dgm:prSet>
      <dgm:spPr/>
    </dgm:pt>
    <dgm:pt modelId="{24637020-0D0B-41EB-92F6-B515D36706CE}" type="pres">
      <dgm:prSet presAssocID="{330AABF4-69D9-47ED-BB9B-AA2B0BA55FDF}" presName="node" presStyleLbl="node1" presStyleIdx="0" presStyleCnt="4">
        <dgm:presLayoutVars>
          <dgm:bulletEnabled val="1"/>
        </dgm:presLayoutVars>
      </dgm:prSet>
      <dgm:spPr/>
    </dgm:pt>
    <dgm:pt modelId="{A051639C-6792-4B2F-9B6B-7F1186788154}" type="pres">
      <dgm:prSet presAssocID="{EB3C1D2E-4287-4A3F-8DF2-582F080DE05E}" presName="sibTrans" presStyleLbl="sibTrans2D1" presStyleIdx="0" presStyleCnt="3"/>
      <dgm:spPr/>
    </dgm:pt>
    <dgm:pt modelId="{EDA6B0F8-3DBF-4E97-8BB6-37D36127457A}" type="pres">
      <dgm:prSet presAssocID="{EB3C1D2E-4287-4A3F-8DF2-582F080DE05E}" presName="connectorText" presStyleLbl="sibTrans2D1" presStyleIdx="0" presStyleCnt="3"/>
      <dgm:spPr/>
    </dgm:pt>
    <dgm:pt modelId="{9F671FB8-5E2F-448F-BC60-608924A8C5B7}" type="pres">
      <dgm:prSet presAssocID="{CE58B131-CC72-43AF-A68D-B1BD52B249D2}" presName="node" presStyleLbl="node1" presStyleIdx="1" presStyleCnt="4">
        <dgm:presLayoutVars>
          <dgm:bulletEnabled val="1"/>
        </dgm:presLayoutVars>
      </dgm:prSet>
      <dgm:spPr/>
    </dgm:pt>
    <dgm:pt modelId="{BFC48236-8027-49B6-A7F4-185F1694BB41}" type="pres">
      <dgm:prSet presAssocID="{3CF9196E-8B8C-480B-B11B-2D76C00326BD}" presName="sibTrans" presStyleLbl="sibTrans2D1" presStyleIdx="1" presStyleCnt="3"/>
      <dgm:spPr/>
    </dgm:pt>
    <dgm:pt modelId="{FF20E1BA-4186-4245-8CC3-CF13061593E4}" type="pres">
      <dgm:prSet presAssocID="{3CF9196E-8B8C-480B-B11B-2D76C00326BD}" presName="connectorText" presStyleLbl="sibTrans2D1" presStyleIdx="1" presStyleCnt="3"/>
      <dgm:spPr/>
    </dgm:pt>
    <dgm:pt modelId="{1BE5B7C9-2D1A-4474-8E5D-DB86DF015B2B}" type="pres">
      <dgm:prSet presAssocID="{BCF3127F-0B8F-4F7C-9BB3-6EAFDC2CA73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E290B49-BB18-4FE2-BA0D-3719F1B1F591}" type="pres">
      <dgm:prSet presAssocID="{0CCBCA76-3473-4F50-AF7E-4DE739F4F1D4}" presName="sibTrans" presStyleLbl="sibTrans2D1" presStyleIdx="2" presStyleCnt="3"/>
      <dgm:spPr/>
    </dgm:pt>
    <dgm:pt modelId="{DE0DD438-7E7A-4036-B057-D9284653927A}" type="pres">
      <dgm:prSet presAssocID="{0CCBCA76-3473-4F50-AF7E-4DE739F4F1D4}" presName="connectorText" presStyleLbl="sibTrans2D1" presStyleIdx="2" presStyleCnt="3"/>
      <dgm:spPr/>
    </dgm:pt>
    <dgm:pt modelId="{3494DFB0-D507-4C9D-AF0B-F82FF34DAB80}" type="pres">
      <dgm:prSet presAssocID="{7A8CF538-08FC-4AA7-93B8-BDF638F07056}" presName="node" presStyleLbl="node1" presStyleIdx="3" presStyleCnt="4">
        <dgm:presLayoutVars>
          <dgm:bulletEnabled val="1"/>
        </dgm:presLayoutVars>
      </dgm:prSet>
      <dgm:spPr/>
    </dgm:pt>
  </dgm:ptLst>
  <dgm:cxnLst>
    <dgm:cxn modelId="{966C61BD-B19B-4C38-AA36-CEED1D771B5F}" type="presOf" srcId="{0CCBCA76-3473-4F50-AF7E-4DE739F4F1D4}" destId="{4E290B49-BB18-4FE2-BA0D-3719F1B1F591}" srcOrd="0" destOrd="0" presId="urn:microsoft.com/office/officeart/2005/8/layout/process2"/>
    <dgm:cxn modelId="{6C5E4294-A92A-456E-A5F8-CEEC305032C1}" type="presOf" srcId="{0CCBCA76-3473-4F50-AF7E-4DE739F4F1D4}" destId="{DE0DD438-7E7A-4036-B057-D9284653927A}" srcOrd="1" destOrd="0" presId="urn:microsoft.com/office/officeart/2005/8/layout/process2"/>
    <dgm:cxn modelId="{4CF0EF57-0FF4-44F5-9726-230376D8715E}" srcId="{3EB7E629-8CA1-45A5-81C0-6AF48CA5B8AD}" destId="{BCF3127F-0B8F-4F7C-9BB3-6EAFDC2CA739}" srcOrd="2" destOrd="0" parTransId="{2EEC6749-10C9-41FD-99B7-5F59C04A94F9}" sibTransId="{0CCBCA76-3473-4F50-AF7E-4DE739F4F1D4}"/>
    <dgm:cxn modelId="{E9941447-B60D-40FE-B60C-FF2F5F9DF161}" type="presOf" srcId="{7A8CF538-08FC-4AA7-93B8-BDF638F07056}" destId="{3494DFB0-D507-4C9D-AF0B-F82FF34DAB80}" srcOrd="0" destOrd="0" presId="urn:microsoft.com/office/officeart/2005/8/layout/process2"/>
    <dgm:cxn modelId="{A0CD59AD-8FB0-4A8C-9415-D1CB1EA27924}" srcId="{3EB7E629-8CA1-45A5-81C0-6AF48CA5B8AD}" destId="{7A8CF538-08FC-4AA7-93B8-BDF638F07056}" srcOrd="3" destOrd="0" parTransId="{F4B022F4-2DCA-47D1-A860-0542082B3650}" sibTransId="{1184D9CA-C700-4CD2-AFE3-183426292A4F}"/>
    <dgm:cxn modelId="{89776DF7-5341-4635-8835-527E5FBC6F2A}" type="presOf" srcId="{BCF3127F-0B8F-4F7C-9BB3-6EAFDC2CA739}" destId="{1BE5B7C9-2D1A-4474-8E5D-DB86DF015B2B}" srcOrd="0" destOrd="0" presId="urn:microsoft.com/office/officeart/2005/8/layout/process2"/>
    <dgm:cxn modelId="{5A5FBAD6-1A45-4A9F-950F-36EBE771FC1C}" srcId="{3EB7E629-8CA1-45A5-81C0-6AF48CA5B8AD}" destId="{CE58B131-CC72-43AF-A68D-B1BD52B249D2}" srcOrd="1" destOrd="0" parTransId="{17427CA9-5EBE-4F7A-A9BF-323174B22CF1}" sibTransId="{3CF9196E-8B8C-480B-B11B-2D76C00326BD}"/>
    <dgm:cxn modelId="{96F091CE-85CE-47A4-BE55-36A21E404E05}" type="presOf" srcId="{EB3C1D2E-4287-4A3F-8DF2-582F080DE05E}" destId="{A051639C-6792-4B2F-9B6B-7F1186788154}" srcOrd="0" destOrd="0" presId="urn:microsoft.com/office/officeart/2005/8/layout/process2"/>
    <dgm:cxn modelId="{DBB14A65-337C-474C-9F8E-6C49298FA9D2}" srcId="{3EB7E629-8CA1-45A5-81C0-6AF48CA5B8AD}" destId="{330AABF4-69D9-47ED-BB9B-AA2B0BA55FDF}" srcOrd="0" destOrd="0" parTransId="{D333E3FE-8956-428F-9A44-2C6D8FDD6FE3}" sibTransId="{EB3C1D2E-4287-4A3F-8DF2-582F080DE05E}"/>
    <dgm:cxn modelId="{3FD9B5F1-5EFE-42DC-A425-1B24ED9C49D3}" type="presOf" srcId="{CE58B131-CC72-43AF-A68D-B1BD52B249D2}" destId="{9F671FB8-5E2F-448F-BC60-608924A8C5B7}" srcOrd="0" destOrd="0" presId="urn:microsoft.com/office/officeart/2005/8/layout/process2"/>
    <dgm:cxn modelId="{20CBC3AB-9653-4F95-90E7-7D3D606CBABF}" type="presOf" srcId="{3CF9196E-8B8C-480B-B11B-2D76C00326BD}" destId="{FF20E1BA-4186-4245-8CC3-CF13061593E4}" srcOrd="1" destOrd="0" presId="urn:microsoft.com/office/officeart/2005/8/layout/process2"/>
    <dgm:cxn modelId="{E7EBF25F-2271-46B6-9504-0EDCED26703D}" type="presOf" srcId="{330AABF4-69D9-47ED-BB9B-AA2B0BA55FDF}" destId="{24637020-0D0B-41EB-92F6-B515D36706CE}" srcOrd="0" destOrd="0" presId="urn:microsoft.com/office/officeart/2005/8/layout/process2"/>
    <dgm:cxn modelId="{D1CFC676-C562-493B-A5D1-8BC539AFAD20}" type="presOf" srcId="{EB3C1D2E-4287-4A3F-8DF2-582F080DE05E}" destId="{EDA6B0F8-3DBF-4E97-8BB6-37D36127457A}" srcOrd="1" destOrd="0" presId="urn:microsoft.com/office/officeart/2005/8/layout/process2"/>
    <dgm:cxn modelId="{2947391B-165C-4E98-9F59-35FF72900001}" type="presOf" srcId="{3EB7E629-8CA1-45A5-81C0-6AF48CA5B8AD}" destId="{599DD744-E004-48BF-AD78-067D9E7E1472}" srcOrd="0" destOrd="0" presId="urn:microsoft.com/office/officeart/2005/8/layout/process2"/>
    <dgm:cxn modelId="{9D5CDBA4-BE56-4BA5-BC30-383879FCDD31}" type="presOf" srcId="{3CF9196E-8B8C-480B-B11B-2D76C00326BD}" destId="{BFC48236-8027-49B6-A7F4-185F1694BB41}" srcOrd="0" destOrd="0" presId="urn:microsoft.com/office/officeart/2005/8/layout/process2"/>
    <dgm:cxn modelId="{5958BDED-5154-48ED-B475-91FE6354B1D2}" type="presParOf" srcId="{599DD744-E004-48BF-AD78-067D9E7E1472}" destId="{24637020-0D0B-41EB-92F6-B515D36706CE}" srcOrd="0" destOrd="0" presId="urn:microsoft.com/office/officeart/2005/8/layout/process2"/>
    <dgm:cxn modelId="{7B5DB43B-1571-4C9B-8886-BE2B69C12D0A}" type="presParOf" srcId="{599DD744-E004-48BF-AD78-067D9E7E1472}" destId="{A051639C-6792-4B2F-9B6B-7F1186788154}" srcOrd="1" destOrd="0" presId="urn:microsoft.com/office/officeart/2005/8/layout/process2"/>
    <dgm:cxn modelId="{438033E7-207D-48A8-A6D5-B41F1780A07E}" type="presParOf" srcId="{A051639C-6792-4B2F-9B6B-7F1186788154}" destId="{EDA6B0F8-3DBF-4E97-8BB6-37D36127457A}" srcOrd="0" destOrd="0" presId="urn:microsoft.com/office/officeart/2005/8/layout/process2"/>
    <dgm:cxn modelId="{2DCAB6B2-F6B9-494F-9A51-7EF482808235}" type="presParOf" srcId="{599DD744-E004-48BF-AD78-067D9E7E1472}" destId="{9F671FB8-5E2F-448F-BC60-608924A8C5B7}" srcOrd="2" destOrd="0" presId="urn:microsoft.com/office/officeart/2005/8/layout/process2"/>
    <dgm:cxn modelId="{0D87584E-B98E-4FDB-A527-FB343F575288}" type="presParOf" srcId="{599DD744-E004-48BF-AD78-067D9E7E1472}" destId="{BFC48236-8027-49B6-A7F4-185F1694BB41}" srcOrd="3" destOrd="0" presId="urn:microsoft.com/office/officeart/2005/8/layout/process2"/>
    <dgm:cxn modelId="{B51162A6-A323-437E-A179-182BAB238418}" type="presParOf" srcId="{BFC48236-8027-49B6-A7F4-185F1694BB41}" destId="{FF20E1BA-4186-4245-8CC3-CF13061593E4}" srcOrd="0" destOrd="0" presId="urn:microsoft.com/office/officeart/2005/8/layout/process2"/>
    <dgm:cxn modelId="{A8562736-61B7-473E-B05A-9E7371B05941}" type="presParOf" srcId="{599DD744-E004-48BF-AD78-067D9E7E1472}" destId="{1BE5B7C9-2D1A-4474-8E5D-DB86DF015B2B}" srcOrd="4" destOrd="0" presId="urn:microsoft.com/office/officeart/2005/8/layout/process2"/>
    <dgm:cxn modelId="{4A9BBEBD-7567-4D4C-A4A5-2B69FD586B32}" type="presParOf" srcId="{599DD744-E004-48BF-AD78-067D9E7E1472}" destId="{4E290B49-BB18-4FE2-BA0D-3719F1B1F591}" srcOrd="5" destOrd="0" presId="urn:microsoft.com/office/officeart/2005/8/layout/process2"/>
    <dgm:cxn modelId="{5BC9DA11-0814-41AE-8F4B-5CE9C76FD778}" type="presParOf" srcId="{4E290B49-BB18-4FE2-BA0D-3719F1B1F591}" destId="{DE0DD438-7E7A-4036-B057-D9284653927A}" srcOrd="0" destOrd="0" presId="urn:microsoft.com/office/officeart/2005/8/layout/process2"/>
    <dgm:cxn modelId="{6DB39D8E-58ED-465D-8B86-0C4227BA2A14}" type="presParOf" srcId="{599DD744-E004-48BF-AD78-067D9E7E1472}" destId="{3494DFB0-D507-4C9D-AF0B-F82FF34DAB80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046912-88AC-4101-AA90-DB8F4BF5AC4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3E58B04-010A-4460-A7FB-A6D0F40B0891}">
      <dgm:prSet phldrT="[Text]"/>
      <dgm:spPr/>
      <dgm:t>
        <a:bodyPr/>
        <a:lstStyle/>
        <a:p>
          <a:r>
            <a:rPr lang="en-US" dirty="0" smtClean="0"/>
            <a:t>File</a:t>
          </a:r>
          <a:endParaRPr lang="en-IN" dirty="0"/>
        </a:p>
      </dgm:t>
    </dgm:pt>
    <dgm:pt modelId="{C9FC3859-22CE-4D33-857A-618D22946EED}" type="parTrans" cxnId="{D52BF05C-3E0F-4A4C-87A9-5E7542303CCD}">
      <dgm:prSet/>
      <dgm:spPr/>
      <dgm:t>
        <a:bodyPr/>
        <a:lstStyle/>
        <a:p>
          <a:endParaRPr lang="en-IN"/>
        </a:p>
      </dgm:t>
    </dgm:pt>
    <dgm:pt modelId="{40E68C61-D516-443F-B256-4EA59F299E38}" type="sibTrans" cxnId="{D52BF05C-3E0F-4A4C-87A9-5E7542303CCD}">
      <dgm:prSet/>
      <dgm:spPr/>
      <dgm:t>
        <a:bodyPr/>
        <a:lstStyle/>
        <a:p>
          <a:endParaRPr lang="en-IN"/>
        </a:p>
      </dgm:t>
    </dgm:pt>
    <dgm:pt modelId="{A5A1750A-DFB6-4E4F-840A-0669B3B650D0}">
      <dgm:prSet phldrT="[Text]"/>
      <dgm:spPr/>
      <dgm:t>
        <a:bodyPr/>
        <a:lstStyle/>
        <a:p>
          <a:r>
            <a:rPr lang="en-US" dirty="0" smtClean="0"/>
            <a:t>FileInputStream / FileOutputStream</a:t>
          </a:r>
          <a:endParaRPr lang="en-IN" dirty="0"/>
        </a:p>
      </dgm:t>
    </dgm:pt>
    <dgm:pt modelId="{76C2B9B4-F66A-45F3-874C-D6413AE8CB43}" type="parTrans" cxnId="{C2F7F956-2C47-47E2-94FA-6970887C2CD3}">
      <dgm:prSet/>
      <dgm:spPr/>
      <dgm:t>
        <a:bodyPr/>
        <a:lstStyle/>
        <a:p>
          <a:endParaRPr lang="en-IN"/>
        </a:p>
      </dgm:t>
    </dgm:pt>
    <dgm:pt modelId="{68275E1E-AA25-48CE-9064-5A355E24D7F1}" type="sibTrans" cxnId="{C2F7F956-2C47-47E2-94FA-6970887C2CD3}">
      <dgm:prSet/>
      <dgm:spPr/>
      <dgm:t>
        <a:bodyPr/>
        <a:lstStyle/>
        <a:p>
          <a:endParaRPr lang="en-IN"/>
        </a:p>
      </dgm:t>
    </dgm:pt>
    <dgm:pt modelId="{BD332798-0BF9-4351-8414-EFA4AF5E8858}" type="pres">
      <dgm:prSet presAssocID="{0B046912-88AC-4101-AA90-DB8F4BF5AC48}" presName="Name0" presStyleCnt="0">
        <dgm:presLayoutVars>
          <dgm:dir/>
          <dgm:animLvl val="lvl"/>
          <dgm:resizeHandles val="exact"/>
        </dgm:presLayoutVars>
      </dgm:prSet>
      <dgm:spPr/>
    </dgm:pt>
    <dgm:pt modelId="{3227B87D-E6A0-4033-907A-F198126A666A}" type="pres">
      <dgm:prSet presAssocID="{43E58B04-010A-4460-A7FB-A6D0F40B0891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D9FA836D-F037-42B7-8752-49E8C72852B8}" type="pres">
      <dgm:prSet presAssocID="{40E68C61-D516-443F-B256-4EA59F299E38}" presName="parTxOnlySpace" presStyleCnt="0"/>
      <dgm:spPr/>
    </dgm:pt>
    <dgm:pt modelId="{3333CB6F-6B9D-4A69-B58A-6E5D2D1E1693}" type="pres">
      <dgm:prSet presAssocID="{A5A1750A-DFB6-4E4F-840A-0669B3B650D0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D52BF05C-3E0F-4A4C-87A9-5E7542303CCD}" srcId="{0B046912-88AC-4101-AA90-DB8F4BF5AC48}" destId="{43E58B04-010A-4460-A7FB-A6D0F40B0891}" srcOrd="0" destOrd="0" parTransId="{C9FC3859-22CE-4D33-857A-618D22946EED}" sibTransId="{40E68C61-D516-443F-B256-4EA59F299E38}"/>
    <dgm:cxn modelId="{0D93F773-867F-4A25-B4DD-01DE11D4A253}" type="presOf" srcId="{0B046912-88AC-4101-AA90-DB8F4BF5AC48}" destId="{BD332798-0BF9-4351-8414-EFA4AF5E8858}" srcOrd="0" destOrd="0" presId="urn:microsoft.com/office/officeart/2005/8/layout/chevron1"/>
    <dgm:cxn modelId="{6A70918A-F655-4379-A57A-375DD355495D}" type="presOf" srcId="{43E58B04-010A-4460-A7FB-A6D0F40B0891}" destId="{3227B87D-E6A0-4033-907A-F198126A666A}" srcOrd="0" destOrd="0" presId="urn:microsoft.com/office/officeart/2005/8/layout/chevron1"/>
    <dgm:cxn modelId="{C2F7F956-2C47-47E2-94FA-6970887C2CD3}" srcId="{0B046912-88AC-4101-AA90-DB8F4BF5AC48}" destId="{A5A1750A-DFB6-4E4F-840A-0669B3B650D0}" srcOrd="1" destOrd="0" parTransId="{76C2B9B4-F66A-45F3-874C-D6413AE8CB43}" sibTransId="{68275E1E-AA25-48CE-9064-5A355E24D7F1}"/>
    <dgm:cxn modelId="{3CE8D001-4CE0-48D1-B3D0-DF797E2A7C01}" type="presOf" srcId="{A5A1750A-DFB6-4E4F-840A-0669B3B650D0}" destId="{3333CB6F-6B9D-4A69-B58A-6E5D2D1E1693}" srcOrd="0" destOrd="0" presId="urn:microsoft.com/office/officeart/2005/8/layout/chevron1"/>
    <dgm:cxn modelId="{87DD48D6-402D-4588-A12D-130E735295C2}" type="presParOf" srcId="{BD332798-0BF9-4351-8414-EFA4AF5E8858}" destId="{3227B87D-E6A0-4033-907A-F198126A666A}" srcOrd="0" destOrd="0" presId="urn:microsoft.com/office/officeart/2005/8/layout/chevron1"/>
    <dgm:cxn modelId="{DA9A645A-133F-4863-B200-707A459FEE87}" type="presParOf" srcId="{BD332798-0BF9-4351-8414-EFA4AF5E8858}" destId="{D9FA836D-F037-42B7-8752-49E8C72852B8}" srcOrd="1" destOrd="0" presId="urn:microsoft.com/office/officeart/2005/8/layout/chevron1"/>
    <dgm:cxn modelId="{EDA510EE-57D2-4900-903A-454C6F350A0C}" type="presParOf" srcId="{BD332798-0BF9-4351-8414-EFA4AF5E8858}" destId="{3333CB6F-6B9D-4A69-B58A-6E5D2D1E1693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7020-0D0B-41EB-92F6-B515D36706CE}">
      <dsp:nvSpPr>
        <dsp:cNvPr id="0" name=""/>
        <dsp:cNvSpPr/>
      </dsp:nvSpPr>
      <dsp:spPr>
        <a:xfrm>
          <a:off x="573599" y="2210"/>
          <a:ext cx="1480091" cy="8222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Workbook</a:t>
          </a:r>
          <a:endParaRPr lang="en-IN" sz="2200" kern="1200" dirty="0"/>
        </a:p>
      </dsp:txBody>
      <dsp:txXfrm>
        <a:off x="597683" y="26294"/>
        <a:ext cx="1431923" cy="774105"/>
      </dsp:txXfrm>
    </dsp:sp>
    <dsp:sp modelId="{A051639C-6792-4B2F-9B6B-7F1186788154}">
      <dsp:nvSpPr>
        <dsp:cNvPr id="0" name=""/>
        <dsp:cNvSpPr/>
      </dsp:nvSpPr>
      <dsp:spPr>
        <a:xfrm rot="5400000">
          <a:off x="1159468" y="845040"/>
          <a:ext cx="308352" cy="370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/>
        </a:p>
      </dsp:txBody>
      <dsp:txXfrm rot="-5400000">
        <a:off x="1202637" y="875875"/>
        <a:ext cx="222014" cy="215846"/>
      </dsp:txXfrm>
    </dsp:sp>
    <dsp:sp modelId="{9F671FB8-5E2F-448F-BC60-608924A8C5B7}">
      <dsp:nvSpPr>
        <dsp:cNvPr id="0" name=""/>
        <dsp:cNvSpPr/>
      </dsp:nvSpPr>
      <dsp:spPr>
        <a:xfrm>
          <a:off x="573599" y="1235620"/>
          <a:ext cx="1480091" cy="822273"/>
        </a:xfrm>
        <a:prstGeom prst="roundRect">
          <a:avLst>
            <a:gd name="adj" fmla="val 10000"/>
          </a:avLst>
        </a:prstGeom>
        <a:solidFill>
          <a:schemeClr val="accent3">
            <a:hueOff val="-477801"/>
            <a:satOff val="393"/>
            <a:lumOff val="-32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Sheet</a:t>
          </a:r>
          <a:endParaRPr lang="en-IN" sz="2200" kern="1200" dirty="0"/>
        </a:p>
      </dsp:txBody>
      <dsp:txXfrm>
        <a:off x="597683" y="1259704"/>
        <a:ext cx="1431923" cy="774105"/>
      </dsp:txXfrm>
    </dsp:sp>
    <dsp:sp modelId="{BFC48236-8027-49B6-A7F4-185F1694BB41}">
      <dsp:nvSpPr>
        <dsp:cNvPr id="0" name=""/>
        <dsp:cNvSpPr/>
      </dsp:nvSpPr>
      <dsp:spPr>
        <a:xfrm rot="5400000">
          <a:off x="1159468" y="2078450"/>
          <a:ext cx="308352" cy="370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716701"/>
            <a:satOff val="590"/>
            <a:lumOff val="-4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/>
        </a:p>
      </dsp:txBody>
      <dsp:txXfrm rot="-5400000">
        <a:off x="1202637" y="2109285"/>
        <a:ext cx="222014" cy="215846"/>
      </dsp:txXfrm>
    </dsp:sp>
    <dsp:sp modelId="{1BE5B7C9-2D1A-4474-8E5D-DB86DF015B2B}">
      <dsp:nvSpPr>
        <dsp:cNvPr id="0" name=""/>
        <dsp:cNvSpPr/>
      </dsp:nvSpPr>
      <dsp:spPr>
        <a:xfrm>
          <a:off x="573599" y="2469030"/>
          <a:ext cx="1480091" cy="822273"/>
        </a:xfrm>
        <a:prstGeom prst="roundRect">
          <a:avLst>
            <a:gd name="adj" fmla="val 10000"/>
          </a:avLst>
        </a:prstGeom>
        <a:solidFill>
          <a:schemeClr val="accent3">
            <a:hueOff val="-955602"/>
            <a:satOff val="787"/>
            <a:lumOff val="-65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Row</a:t>
          </a:r>
          <a:endParaRPr lang="en-IN" sz="2200" kern="1200" dirty="0"/>
        </a:p>
      </dsp:txBody>
      <dsp:txXfrm>
        <a:off x="597683" y="2493114"/>
        <a:ext cx="1431923" cy="774105"/>
      </dsp:txXfrm>
    </dsp:sp>
    <dsp:sp modelId="{4E290B49-BB18-4FE2-BA0D-3719F1B1F591}">
      <dsp:nvSpPr>
        <dsp:cNvPr id="0" name=""/>
        <dsp:cNvSpPr/>
      </dsp:nvSpPr>
      <dsp:spPr>
        <a:xfrm rot="5400000">
          <a:off x="1159468" y="3311860"/>
          <a:ext cx="308352" cy="370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/>
        </a:p>
      </dsp:txBody>
      <dsp:txXfrm rot="-5400000">
        <a:off x="1202637" y="3342695"/>
        <a:ext cx="222014" cy="215846"/>
      </dsp:txXfrm>
    </dsp:sp>
    <dsp:sp modelId="{3494DFB0-D507-4C9D-AF0B-F82FF34DAB80}">
      <dsp:nvSpPr>
        <dsp:cNvPr id="0" name=""/>
        <dsp:cNvSpPr/>
      </dsp:nvSpPr>
      <dsp:spPr>
        <a:xfrm>
          <a:off x="573599" y="3702440"/>
          <a:ext cx="1480091" cy="822273"/>
        </a:xfrm>
        <a:prstGeom prst="roundRect">
          <a:avLst>
            <a:gd name="adj" fmla="val 10000"/>
          </a:avLst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Cell</a:t>
          </a:r>
          <a:endParaRPr lang="en-IN" sz="2200" kern="1200" dirty="0"/>
        </a:p>
      </dsp:txBody>
      <dsp:txXfrm>
        <a:off x="597683" y="3726524"/>
        <a:ext cx="1431923" cy="7741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7B87D-E6A0-4033-907A-F198126A666A}">
      <dsp:nvSpPr>
        <dsp:cNvPr id="0" name=""/>
        <dsp:cNvSpPr/>
      </dsp:nvSpPr>
      <dsp:spPr>
        <a:xfrm>
          <a:off x="6262" y="0"/>
          <a:ext cx="3743344" cy="807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File</a:t>
          </a:r>
          <a:endParaRPr lang="en-IN" sz="2700" kern="1200" dirty="0"/>
        </a:p>
      </dsp:txBody>
      <dsp:txXfrm>
        <a:off x="410218" y="0"/>
        <a:ext cx="2935433" cy="807911"/>
      </dsp:txXfrm>
    </dsp:sp>
    <dsp:sp modelId="{3333CB6F-6B9D-4A69-B58A-6E5D2D1E1693}">
      <dsp:nvSpPr>
        <dsp:cNvPr id="0" name=""/>
        <dsp:cNvSpPr/>
      </dsp:nvSpPr>
      <dsp:spPr>
        <a:xfrm>
          <a:off x="3375272" y="0"/>
          <a:ext cx="3743344" cy="807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FileInputStream / FileOutputStream</a:t>
          </a:r>
          <a:endParaRPr lang="en-IN" sz="2700" kern="1200" dirty="0"/>
        </a:p>
      </dsp:txBody>
      <dsp:txXfrm>
        <a:off x="3779228" y="0"/>
        <a:ext cx="2935433" cy="807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2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01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41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73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08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85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4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6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96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3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6490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202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7290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741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913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5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3B183-6507-45DB-80D5-5A869900223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2A24A3-574D-4CC3-982B-511DD768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99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 the data from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Write the data to Excel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98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Excel File (Workbook)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that stores the data</a:t>
            </a: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70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</a:t>
            </a:r>
            <a:br>
              <a:rPr lang="en-US" dirty="0" smtClean="0"/>
            </a:br>
            <a:r>
              <a:rPr lang="en-US" sz="2000" dirty="0" smtClean="0"/>
              <a:t>Flow of data from application to memory and from memory to application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137893"/>
            <a:ext cx="2619658" cy="3876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075053" y="1930400"/>
            <a:ext cx="2215166" cy="408403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296991" y="2137893"/>
            <a:ext cx="4778061" cy="23568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FileOuputStream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296992" y="4095483"/>
            <a:ext cx="4778061" cy="20091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74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Excel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137893"/>
            <a:ext cx="2619658" cy="3876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075053" y="1930400"/>
            <a:ext cx="2215166" cy="408403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4443210" y="2729605"/>
            <a:ext cx="2485624" cy="24856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</a:t>
            </a:r>
          </a:p>
          <a:p>
            <a:pPr algn="ctr"/>
            <a:r>
              <a:rPr lang="en-US" dirty="0" smtClean="0"/>
              <a:t>API</a:t>
            </a:r>
            <a:endParaRPr lang="en-IN" dirty="0"/>
          </a:p>
        </p:txBody>
      </p:sp>
      <p:cxnSp>
        <p:nvCxnSpPr>
          <p:cNvPr id="9" name="Straight Arrow Connector 8"/>
          <p:cNvCxnSpPr>
            <a:stCxn id="3" idx="6"/>
            <a:endCxn id="5" idx="2"/>
          </p:cNvCxnSpPr>
          <p:nvPr/>
        </p:nvCxnSpPr>
        <p:spPr>
          <a:xfrm>
            <a:off x="6928834" y="3972417"/>
            <a:ext cx="11462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2"/>
            <a:endCxn id="4" idx="3"/>
          </p:cNvCxnSpPr>
          <p:nvPr/>
        </p:nvCxnSpPr>
        <p:spPr>
          <a:xfrm flipH="1">
            <a:off x="3296992" y="3972417"/>
            <a:ext cx="1146218" cy="1037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28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Hierarchy</a:t>
            </a:r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45668031"/>
              </p:ext>
            </p:extLst>
          </p:nvPr>
        </p:nvGraphicFramePr>
        <p:xfrm>
          <a:off x="7006107" y="1622739"/>
          <a:ext cx="2627290" cy="4526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479190120"/>
              </p:ext>
            </p:extLst>
          </p:nvPr>
        </p:nvGraphicFramePr>
        <p:xfrm>
          <a:off x="435020" y="1668112"/>
          <a:ext cx="7124879" cy="807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661735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70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Data Driven Framework</vt:lpstr>
      <vt:lpstr>Excel File</vt:lpstr>
      <vt:lpstr>Stream Flow of data from application to memory and from memory to application</vt:lpstr>
      <vt:lpstr>Handling Excel</vt:lpstr>
      <vt:lpstr>Object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6</cp:revision>
  <dcterms:created xsi:type="dcterms:W3CDTF">2025-12-18T16:10:03Z</dcterms:created>
  <dcterms:modified xsi:type="dcterms:W3CDTF">2025-12-18T16:38:12Z</dcterms:modified>
</cp:coreProperties>
</file>